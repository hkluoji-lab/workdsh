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 embedTrueTypeFonts="0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完成情况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功能数</c:v>
          </c:tx>
          <c:cat>
            <c:strLit>
              <c:ptCount val="2"/>
              <c:pt idx="0">
                <c:v>已完成</c:v>
              </c:pt>
              <c:pt idx="1">
                <c:v>待完成</c:v>
              </c:pt>
            </c:strLit>
          </c:cat>
          <c:val>
            <c:numLit>
              <c:formatCode>General</c:formatCode>
              <c:ptCount val="2"/>
              <c:pt idx="0">
                <c:v>8</c:v>
              </c:pt>
              <c:pt idx="1">
                <c:v>3</c:v>
              </c:pt>
            </c:numLit>
          </c:val>
        </c:ser>
      </c:pieChart>
    </c:plotArea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ts val="0"/>
        </a:spcBef>
        <a:defRPr sz="4400" kern="1200">
          <a:solidFill>
            <a:schemeClr val="tx1"/>
          </a:solidFill>
          <a:latin typeface="Calibri Ligh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640"/>
        </a:spcBef>
        <a:buFont typeface="Arial"/>
        <a:buChar char="•"/>
        <a:defRPr sz="3200" kern="1200">
          <a:solidFill>
            <a:schemeClr val="tx1"/>
          </a:solidFill>
          <a:latin typeface="Calibri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chart" Target="../charts/char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"/>
          <p:cNvGraphicFramePr/>
          <p:nvPr/>
        </p:nvGraphicFramePr>
        <p:xfrm>
          <a:off x="762000" y="1143000"/>
          <a:ext cx="4762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门店 PPT 实时制作</dc:title>
  <dc:creator>pptx-viewer-sdk</dc:creator>
  <cp:lastModifiedBy>pptx-viewer-sdk</cp:lastModifiedBy>
  <cp:revision>4</cp:revision>
  <dcterms:created xsi:type="dcterms:W3CDTF">2026-09-19T14:51:36Z</dcterms:created>
  <dcterms:modified xsi:type="dcterms:W3CDTF">2026-09-19T14:51:41Z</dcterms:modified>
</cp:coreProperties>
</file>